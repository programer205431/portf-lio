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1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F84DA-72C4-4AD2-8912-BA183CEC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4A75FE-A4BE-4FCB-862E-2FDC4D093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1CA6AD-C91E-435C-BBF7-7975257A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1AD3C6-81EC-49A9-A142-6BBEF3A7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A89000-54C3-4608-9AFC-30FEA6E1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88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71DB5-4419-4442-9620-D29DA0D78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F7B2B-78DC-498C-98DD-B714D1AA6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98B419-B63D-4AAD-B613-A0394A72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D4A855-5BB2-43BF-AD35-62868394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A25A94-9FCB-4743-A72C-D25436C6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05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2C0AF-787A-470B-B79E-0874FC73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4291A1-BCF7-4CC8-996D-841E2D28A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123FA-F1E2-4ECB-9FA1-9B640ECE7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73E29C-8008-47B4-A1EE-A70ECF36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A4DF3-FF2C-4A5C-8937-88C6925D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34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F9483-0935-4A0E-B615-DC09A3F2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2A222B-3B68-41E1-B669-3AE37D568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B2F957-2B17-414B-88DA-ED65275F1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60912D-3AF7-41FB-BBA6-6656176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F5FCE5-48CF-40FF-BF5A-E0309EB5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6AE9A9-DC25-4781-9F2E-74491F56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47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AC46F-1497-446B-9E61-5B3DC0A4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95ECE8-5322-458A-A00B-1CB700F0D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9D2C60-1DBD-4B8B-983D-CF126239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221520-D363-4EBF-A994-ECCE7761C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934A98-D9F9-4554-B693-8C89208707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A93C6F2-44E6-4648-A6CC-ED816023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94E924-3CAF-4130-8C5D-C0B2EFB9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54B5575-C2C7-435A-B064-6B48D607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55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92A02-C981-4B23-85A4-722EAF78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FA81C6-EBA4-4663-8CFB-374CAFE3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9F1DB7-E1AA-4286-AEDC-5FCAA728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CA5799-5467-4398-8C9D-47BE9029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4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670BA5-807E-4C29-811F-5724E4F2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246E542-BBBA-471D-955C-138837D5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B8F756-E79D-46E1-984A-B661DEBC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81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8750D-10D1-4A16-9EAD-72DAA169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6FAC64-87CD-4E83-B07A-C9D49997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E2D046-2685-427B-BF73-BCCFBE7C2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44C3D1-498A-4481-A4C8-2071B922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C643A4-2E48-4BBA-9EAF-5960DDE2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5CCC0B-BD29-4E8C-9DB5-A8C9150E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622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BBAD4-F91F-49CF-A2E4-06F7D724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E5B0A6-AB02-4BB3-9B5A-971C4875A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04A018-CCD6-4114-B64E-CB95AE4A4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93E398-5CE3-402E-96A2-02BEBCA4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EC3839-7C07-48F1-8CD8-C48B7829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76D50A-E6CD-4CAE-A4C5-F3FB5577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97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CF7ED-BB25-456C-8635-7EF788A6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B58033-5AAC-42FB-B09C-CC91DAEB6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AC4CD7-99B8-4151-A73E-6E3F20DFA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62809E-6D9C-4794-BFC3-D586BED3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2D872E-7842-41AD-B5E6-03F577C8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6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4F9539-1C65-4133-9EC0-3140C1B4B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F234E7-A32D-4A3C-B58A-B134A93A0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CEE8CC-82D1-4837-9DCB-93EEDDC3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F9E335-EFD0-4C80-B5E2-59C2BB4C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7672F4-7FA2-4FA3-8C96-37681886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24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B91791F-0D54-42FE-BA55-1BBEA807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3D1AFB-98DC-48FB-9BCB-B30113B63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E331F8-DF5E-41E3-99EF-C5CB59760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989DC-5CC2-442A-8AB0-4EC4BE58D066}" type="datetimeFigureOut">
              <a:rPr lang="pt-BR" smtClean="0"/>
              <a:t>12/03/2023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076E06-5DF5-4E04-8E4B-1E2F17ED2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F02899-7417-4128-AD08-79FEE571F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14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89564"/>
          </a:xfrm>
        </p:spPr>
        <p:txBody>
          <a:bodyPr>
            <a:normAutofit/>
          </a:bodyPr>
          <a:lstStyle/>
          <a:p>
            <a:r>
              <a:rPr lang="pt-BR" sz="4800" b="1" dirty="0"/>
              <a:t>Exercícios CLP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3964"/>
            <a:ext cx="9144000" cy="2523836"/>
          </a:xfrm>
        </p:spPr>
        <p:txBody>
          <a:bodyPr/>
          <a:lstStyle/>
          <a:p>
            <a:r>
              <a:rPr lang="pt-BR" dirty="0"/>
              <a:t>Exercícios básicos para aprendizados de programação de </a:t>
            </a:r>
            <a:r>
              <a:rPr lang="pt-BR" dirty="0" err="1"/>
              <a:t>CLPs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328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Objetivo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236"/>
            <a:ext cx="9144000" cy="3216564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Exercitar a capacidade de realizar o projeto de ligação elétrica de dispositivos no CLP e;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Escrever programas correspondentes às respectivas situações dos problemas funcionais propostos; </a:t>
            </a:r>
          </a:p>
        </p:txBody>
      </p:sp>
    </p:spTree>
    <p:extLst>
      <p:ext uri="{BB962C8B-B14F-4D97-AF65-F5344CB8AC3E}">
        <p14:creationId xmlns:p14="http://schemas.microsoft.com/office/powerpoint/2010/main" val="82156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CLP Clic02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036" y="1339272"/>
            <a:ext cx="9144000" cy="32165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pt-BR" dirty="0"/>
              <a:t>Modelo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9B6787C-ECE7-4406-99CF-E8419CC0F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60" y="2034309"/>
            <a:ext cx="4128222" cy="363141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EDDCCAC-7647-46A2-A422-143770295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32" y="2034309"/>
            <a:ext cx="2928045" cy="30764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D05356A-A89D-4B9A-9072-6213C46F5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127" y="1933505"/>
            <a:ext cx="3129395" cy="311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CLP Clic02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1205345"/>
            <a:ext cx="9144000" cy="32165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pt-BR" dirty="0"/>
              <a:t>Conexões  de entrada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E02FAB-23B3-4B73-850F-706CC5B07C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8" r="2075"/>
          <a:stretch/>
        </p:blipFill>
        <p:spPr>
          <a:xfrm>
            <a:off x="230038" y="1984683"/>
            <a:ext cx="11731924" cy="406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6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CLP Clic02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1205345"/>
            <a:ext cx="9144000" cy="32165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pt-BR" dirty="0"/>
              <a:t>Conexões  de  saída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8BCEEB-F740-45F0-886A-644A0F8D9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27" y="1967152"/>
            <a:ext cx="10948546" cy="417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3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 err="1"/>
              <a:t>Clic</a:t>
            </a:r>
            <a:r>
              <a:rPr lang="pt-BR" sz="3600" b="1" dirty="0"/>
              <a:t> 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1205345"/>
            <a:ext cx="9144000" cy="32165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dirty="0"/>
              <a:t>Conexões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9A4D97-55AE-4A77-9D21-F57DB0D82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590" y="2471305"/>
            <a:ext cx="2505075" cy="31813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9DDBC62-3933-44CF-BB2C-4584B3A75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735" y="2051110"/>
            <a:ext cx="27336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74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CLP Clic02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45" y="995392"/>
            <a:ext cx="8649256" cy="5497113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</a:rPr>
              <a:t>Esboce a conexão elétrica ao CLP para todos os problemas </a:t>
            </a:r>
          </a:p>
          <a:p>
            <a:pPr algn="l">
              <a:lnSpc>
                <a:spcPct val="150000"/>
              </a:lnSpc>
            </a:pPr>
            <a:r>
              <a:rPr lang="pt-BR" b="1" dirty="0"/>
              <a:t>Problema 1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Ligar uma lâmpada ao apertar uma botoeira (B1-NA)</a:t>
            </a:r>
          </a:p>
          <a:p>
            <a:pPr algn="l">
              <a:lnSpc>
                <a:spcPct val="150000"/>
              </a:lnSpc>
            </a:pPr>
            <a:endParaRPr lang="pt-BR" b="1" dirty="0"/>
          </a:p>
          <a:p>
            <a:pPr algn="l">
              <a:lnSpc>
                <a:spcPct val="150000"/>
              </a:lnSpc>
            </a:pPr>
            <a:r>
              <a:rPr lang="pt-BR" b="1" dirty="0"/>
              <a:t>Problema 2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Ligar uma lâmpada ao apertar duas botoeiras  (B1-NA e B2-NA) simultaneamente</a:t>
            </a:r>
          </a:p>
          <a:p>
            <a:pPr algn="l">
              <a:lnSpc>
                <a:spcPct val="150000"/>
              </a:lnSpc>
            </a:pPr>
            <a:endParaRPr lang="pt-BR" b="1" dirty="0"/>
          </a:p>
          <a:p>
            <a:pPr algn="l">
              <a:lnSpc>
                <a:spcPct val="150000"/>
              </a:lnSpc>
            </a:pPr>
            <a:r>
              <a:rPr lang="pt-BR" b="1" dirty="0"/>
              <a:t>Problema 3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Ligar uma lâmpada ao apertar a botoeira  (B1-NA) ou a botoeira (B2-NA)</a:t>
            </a:r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32B118-64B6-0F61-9072-2C09FDCA9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364" y="1696795"/>
            <a:ext cx="2505075" cy="318135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10E3639-7B53-7BF8-DD83-958C9DCB3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839" y="2855638"/>
            <a:ext cx="1907022" cy="92804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0256399-EC20-6669-0F17-A72EAA70F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839" y="5038581"/>
            <a:ext cx="1907022" cy="92804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47E45C8-9F8B-D072-740D-656A69BF9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472" y="1448612"/>
            <a:ext cx="735837" cy="70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9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CLP Clic02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719" y="1024133"/>
            <a:ext cx="8649256" cy="5497113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</a:rPr>
              <a:t>Esboce a conexão elétrica ao CLP para todos os problemas </a:t>
            </a:r>
          </a:p>
          <a:p>
            <a:pPr algn="l">
              <a:lnSpc>
                <a:spcPct val="150000"/>
              </a:lnSpc>
            </a:pPr>
            <a:r>
              <a:rPr lang="pt-BR" b="1" dirty="0"/>
              <a:t>Problema 4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Ligar uma lâmpada L1 ao apertar a botoeira (B1-NA), a botoeira (B2-NA) e a botoeira (B3-NA)</a:t>
            </a:r>
          </a:p>
          <a:p>
            <a:pPr algn="l">
              <a:lnSpc>
                <a:spcPct val="150000"/>
              </a:lnSpc>
            </a:pPr>
            <a:r>
              <a:rPr lang="pt-BR" b="1" dirty="0"/>
              <a:t>Problema 5 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Ligar uma lâmpada ao apertar ou a botoeira (B1-NA) ou a botoeira (B2-NA) ou a botoeira (B3-NA) e ligar as lâmpadas L1 e L2</a:t>
            </a:r>
          </a:p>
          <a:p>
            <a:pPr algn="l">
              <a:lnSpc>
                <a:spcPct val="150000"/>
              </a:lnSpc>
            </a:pPr>
            <a:r>
              <a:rPr lang="pt-BR" b="1" dirty="0"/>
              <a:t>Problema 6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Desligar a lâmpada L1 ao apertar a botoeira  (B1-NA)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32B118-64B6-0F61-9072-2C09FDCA9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266" y="1873838"/>
            <a:ext cx="2505075" cy="31813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13CE991-2053-9759-3124-35A40D92C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307" y="1573297"/>
            <a:ext cx="2454321" cy="72825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E660C21-D52B-5079-FE4F-6415B156E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025" y="3429000"/>
            <a:ext cx="2454321" cy="72825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7D10983-8A3E-433A-2E00-FD1DD67F5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025" y="5124499"/>
            <a:ext cx="735837" cy="70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77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CLP Clic02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45" y="995392"/>
            <a:ext cx="8649256" cy="5497113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</a:rPr>
              <a:t>Esboce a conexão elétrica ao CLP para todos os problemas </a:t>
            </a:r>
          </a:p>
          <a:p>
            <a:pPr algn="l">
              <a:lnSpc>
                <a:spcPct val="150000"/>
              </a:lnSpc>
            </a:pPr>
            <a:r>
              <a:rPr lang="pt-BR" b="1" dirty="0"/>
              <a:t>Problema 7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Um CLP deve realizar o comando de duas lâmpadas segundo as seguintes condições: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A botoeira B1 deve ligar uma lâmpada B1. 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A botoeira B2 deve ligar uma lâmpada B2. </a:t>
            </a:r>
          </a:p>
          <a:p>
            <a:pPr algn="l">
              <a:lnSpc>
                <a:spcPct val="150000"/>
              </a:lnSpc>
            </a:pPr>
            <a:r>
              <a:rPr lang="pt-BR" dirty="0"/>
              <a:t>Apenas uma das lâmpadas pode funcionar de cada vez, mesmo que uma segunda tente ser acionada. A primeira que foi ligada é que deve permanecer ligada. </a:t>
            </a:r>
          </a:p>
          <a:p>
            <a:pPr algn="l">
              <a:lnSpc>
                <a:spcPct val="150000"/>
              </a:lnSpc>
            </a:pPr>
            <a:endParaRPr lang="pt-BR" dirty="0"/>
          </a:p>
          <a:p>
            <a:pPr algn="l">
              <a:lnSpc>
                <a:spcPct val="150000"/>
              </a:lnSpc>
            </a:pPr>
            <a:endParaRPr lang="pt-BR" b="1" dirty="0"/>
          </a:p>
          <a:p>
            <a:pPr algn="l">
              <a:lnSpc>
                <a:spcPct val="150000"/>
              </a:lnSpc>
            </a:pPr>
            <a:endParaRPr lang="pt-BR" dirty="0"/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32B118-64B6-0F61-9072-2C09FDCA9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364" y="1696795"/>
            <a:ext cx="2505075" cy="31813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C4B0B2F-F1FA-4D2E-9CC3-30D5526B7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779" y="3054045"/>
            <a:ext cx="1907022" cy="92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414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94FA9E4F3027B4F8B614DB42868305F" ma:contentTypeVersion="0" ma:contentTypeDescription="Crie um novo documento." ma:contentTypeScope="" ma:versionID="f94e408cff9bb979f2518b03220f104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888041-D34D-470C-86C4-FB2D778D7AEF}"/>
</file>

<file path=customXml/itemProps2.xml><?xml version="1.0" encoding="utf-8"?>
<ds:datastoreItem xmlns:ds="http://schemas.openxmlformats.org/officeDocument/2006/customXml" ds:itemID="{350FBEC4-D4AA-40C7-87C7-B89E1B3E0680}"/>
</file>

<file path=customXml/itemProps3.xml><?xml version="1.0" encoding="utf-8"?>
<ds:datastoreItem xmlns:ds="http://schemas.openxmlformats.org/officeDocument/2006/customXml" ds:itemID="{1A718C64-C20F-4EFE-ABC0-915625D04E5D}"/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268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Exercícios CLP 1</vt:lpstr>
      <vt:lpstr>Objetivo</vt:lpstr>
      <vt:lpstr>CLP Clic02</vt:lpstr>
      <vt:lpstr>CLP Clic02</vt:lpstr>
      <vt:lpstr>CLP Clic02</vt:lpstr>
      <vt:lpstr>Clic 02</vt:lpstr>
      <vt:lpstr>CLP Clic02</vt:lpstr>
      <vt:lpstr>CLP Clic02</vt:lpstr>
      <vt:lpstr>CLP Clic02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ALFRED MAKOTO KABAYAMA</dc:creator>
  <cp:lastModifiedBy>ALFRED MAKOTO KABAYAMA</cp:lastModifiedBy>
  <cp:revision>12</cp:revision>
  <dcterms:created xsi:type="dcterms:W3CDTF">2023-03-05T20:20:11Z</dcterms:created>
  <dcterms:modified xsi:type="dcterms:W3CDTF">2023-03-12T21:51:25Z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0x010100794FA9E4F3027B4F8B614DB42868305F</vt:lpwstr>
  </property>
</Properties>
</file>