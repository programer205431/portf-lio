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7" r:id="rId5"/>
    <p:sldId id="268" r:id="rId6"/>
    <p:sldId id="275" r:id="rId7"/>
    <p:sldId id="276" r:id="rId8"/>
    <p:sldId id="277" r:id="rId9"/>
    <p:sldId id="262" r:id="rId10"/>
    <p:sldId id="269" r:id="rId11"/>
    <p:sldId id="270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F84DA-72C4-4AD2-8912-BA183CEC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4A75FE-A4BE-4FCB-862E-2FDC4D093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1CA6AD-C91E-435C-BBF7-7975257A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1AD3C6-81EC-49A9-A142-6BBEF3A7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A89000-54C3-4608-9AFC-30FEA6E1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88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71DB5-4419-4442-9620-D29DA0D78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F7B2B-78DC-498C-98DD-B714D1AA6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98B419-B63D-4AAD-B613-A0394A72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D4A855-5BB2-43BF-AD35-62868394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A25A94-9FCB-4743-A72C-D25436C6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05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2C0AF-787A-470B-B79E-0874FC73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4291A1-BCF7-4CC8-996D-841E2D28A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123FA-F1E2-4ECB-9FA1-9B640ECE7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73E29C-8008-47B4-A1EE-A70ECF36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A4DF3-FF2C-4A5C-8937-88C6925D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34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F9483-0935-4A0E-B615-DC09A3F28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2A222B-3B68-41E1-B669-3AE37D568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B2F957-2B17-414B-88DA-ED65275F1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60912D-3AF7-41FB-BBA6-6656176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F5FCE5-48CF-40FF-BF5A-E0309EB5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6AE9A9-DC25-4781-9F2E-74491F56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474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AC46F-1497-446B-9E61-5B3DC0A4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95ECE8-5322-458A-A00B-1CB700F0D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9D2C60-1DBD-4B8B-983D-CF126239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221520-D363-4EBF-A994-ECCE7761C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934A98-D9F9-4554-B693-8C89208707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A93C6F2-44E6-4648-A6CC-ED816023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94E924-3CAF-4130-8C5D-C0B2EFB9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54B5575-C2C7-435A-B064-6B48D607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55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92A02-C981-4B23-85A4-722EAF78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FA81C6-EBA4-4663-8CFB-374CAFE3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9F1DB7-E1AA-4286-AEDC-5FCAA728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CA5799-5467-4398-8C9D-47BE9029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4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670BA5-807E-4C29-811F-5724E4F2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246E542-BBBA-471D-955C-138837D5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B8F756-E79D-46E1-984A-B661DEBC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81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8750D-10D1-4A16-9EAD-72DAA169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6FAC64-87CD-4E83-B07A-C9D499972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E2D046-2685-427B-BF73-BCCFBE7C2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44C3D1-498A-4481-A4C8-2071B922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C643A4-2E48-4BBA-9EAF-5960DDE2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5CCC0B-BD29-4E8C-9DB5-A8C9150E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622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BBAD4-F91F-49CF-A2E4-06F7D724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E5B0A6-AB02-4BB3-9B5A-971C4875A0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04A018-CCD6-4114-B64E-CB95AE4A4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93E398-5CE3-402E-96A2-02BEBCA40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EC3839-7C07-48F1-8CD8-C48B7829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76D50A-E6CD-4CAE-A4C5-F3FB5577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97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CF7ED-BB25-456C-8635-7EF788A6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B58033-5AAC-42FB-B09C-CC91DAEB6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AC4CD7-99B8-4151-A73E-6E3F20DFA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62809E-6D9C-4794-BFC3-D586BED3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2D872E-7842-41AD-B5E6-03F577C8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6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4F9539-1C65-4133-9EC0-3140C1B4B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F234E7-A32D-4A3C-B58A-B134A93A0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CEE8CC-82D1-4837-9DCB-93EEDDC3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F9E335-EFD0-4C80-B5E2-59C2BB4C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7672F4-7FA2-4FA3-8C96-37681886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24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B91791F-0D54-42FE-BA55-1BBEA807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3D1AFB-98DC-48FB-9BCB-B30113B63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E331F8-DF5E-41E3-99EF-C5CB597605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989DC-5CC2-442A-8AB0-4EC4BE58D066}" type="datetimeFigureOut">
              <a:rPr lang="pt-BR" smtClean="0"/>
              <a:t>27/03/2023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076E06-5DF5-4E04-8E4B-1E2F17ED2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F02899-7417-4128-AD08-79FEE571F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DCAB4-C404-4B58-AFF5-2B63F8649E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14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89564"/>
          </a:xfrm>
        </p:spPr>
        <p:txBody>
          <a:bodyPr>
            <a:normAutofit/>
          </a:bodyPr>
          <a:lstStyle/>
          <a:p>
            <a:r>
              <a:rPr lang="pt-BR" sz="4800" b="1" dirty="0"/>
              <a:t>Exercícios CLP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3964"/>
            <a:ext cx="9144000" cy="2523836"/>
          </a:xfrm>
        </p:spPr>
        <p:txBody>
          <a:bodyPr/>
          <a:lstStyle/>
          <a:p>
            <a:r>
              <a:rPr lang="pt-BR" dirty="0"/>
              <a:t>Exercícios básicos para aprendizados de programação de </a:t>
            </a:r>
            <a:r>
              <a:rPr lang="pt-BR" dirty="0" err="1"/>
              <a:t>CLPs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328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5963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Objetivo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236"/>
            <a:ext cx="9144000" cy="3216564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Exercitar a capacidade de realizar o projeto de ligação elétrica de dispositivos no CLP e;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Escrever programas correspondentes às respectivas situações dos problemas funcionais propostos; </a:t>
            </a:r>
          </a:p>
        </p:txBody>
      </p:sp>
    </p:spTree>
    <p:extLst>
      <p:ext uri="{BB962C8B-B14F-4D97-AF65-F5344CB8AC3E}">
        <p14:creationId xmlns:p14="http://schemas.microsoft.com/office/powerpoint/2010/main" val="82156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230" y="299103"/>
            <a:ext cx="9144000" cy="4778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Função contato de “selo”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919" y="995392"/>
            <a:ext cx="6916469" cy="5655574"/>
          </a:xfrm>
        </p:spPr>
        <p:txBody>
          <a:bodyPr>
            <a:normAutofit lnSpcReduction="10000"/>
          </a:bodyPr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Inicio da simulação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Quando o botão B1 da entrada I02 (NA) é acionado, a saída Q01 é acionada. O contato Q01 (NA) em paralelo com I02 (NA) também se fecha.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O contato Q01 em paralelo com I02 (NA)  permanece fechado porque funciona como “selo” para a saída Q01(NA), mesmo que o botão em I02 (NA) deixe de ser acionado.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pt-BR" sz="2000" dirty="0"/>
              <a:t>Quando aperta-se a botoeira do acionamento i01 (NF), o contato Q01(NA) se abre porque a saída Q01 deixa de receber ligação com o barramento de início à esquerda, fazendo também que a função de “selo” pare, desligando completamente Q01.</a:t>
            </a:r>
          </a:p>
          <a:p>
            <a:pPr algn="l">
              <a:lnSpc>
                <a:spcPct val="150000"/>
              </a:lnSpc>
            </a:pPr>
            <a:endParaRPr lang="pt-BR" sz="2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5647E0-9E20-40EB-B711-7EAD770F9D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21" b="22132"/>
          <a:stretch/>
        </p:blipFill>
        <p:spPr>
          <a:xfrm>
            <a:off x="7669152" y="756473"/>
            <a:ext cx="4079755" cy="99725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E65641D-6C2E-4ABD-981C-9C6BF7150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388" y="1839326"/>
            <a:ext cx="3907497" cy="11474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C8F2210-B8CA-4540-9280-9A4E56D02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005" y="3244911"/>
            <a:ext cx="3980284" cy="115653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4AC6989-5CD2-4527-8CA8-CA7063A1B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127" y="4917303"/>
            <a:ext cx="3628758" cy="10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7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Intertravamentos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1205345"/>
            <a:ext cx="9144000" cy="32165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dirty="0"/>
              <a:t>Contatos de “intertravamento” = recurso para garantir mais segurança em virtude de possíveis acionamentos indevidos e potencialmente perigosos.</a:t>
            </a:r>
          </a:p>
        </p:txBody>
      </p:sp>
    </p:spTree>
    <p:extLst>
      <p:ext uri="{BB962C8B-B14F-4D97-AF65-F5344CB8AC3E}">
        <p14:creationId xmlns:p14="http://schemas.microsoft.com/office/powerpoint/2010/main" val="389132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Exemplo de Intertravamentos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086" y="995392"/>
            <a:ext cx="10795480" cy="1321088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pt-BR" dirty="0"/>
              <a:t>Programa </a:t>
            </a:r>
            <a:r>
              <a:rPr lang="pt-BR" dirty="0" err="1"/>
              <a:t>ladder</a:t>
            </a:r>
            <a:r>
              <a:rPr lang="pt-BR" dirty="0"/>
              <a:t> que realiza a leitura de duas botoeiras B1(NA) e B2(NA) para não permitir que duas saídas sejam acionadas ao mesmo tempo uma vez que uma delas já tenha sido acionada.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5D12EAA-1B8A-F2A8-947A-52E04D8AE008}"/>
              </a:ext>
            </a:extLst>
          </p:cNvPr>
          <p:cNvSpPr txBox="1">
            <a:spLocks/>
          </p:cNvSpPr>
          <p:nvPr/>
        </p:nvSpPr>
        <p:spPr>
          <a:xfrm>
            <a:off x="656291" y="2349575"/>
            <a:ext cx="6101559" cy="4277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pt-BR" dirty="0"/>
              <a:t>Inicio da simulação;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pt-BR" dirty="0"/>
              <a:t>Ao acionar a Botoeira em I02, a saída Q01 é acionada e o contato de selo em paralelo o mantém desta forma.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DE89B78-3C2C-64E0-629D-8C813E8C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640" y="1815669"/>
            <a:ext cx="4230676" cy="215697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465588A-7A59-3907-D973-EFD1725EF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850" y="4522894"/>
            <a:ext cx="4025674" cy="2104149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173BC24A-D384-C2F8-01B3-FE08D165C76D}"/>
              </a:ext>
            </a:extLst>
          </p:cNvPr>
          <p:cNvSpPr/>
          <p:nvPr/>
        </p:nvSpPr>
        <p:spPr>
          <a:xfrm>
            <a:off x="7867541" y="5155474"/>
            <a:ext cx="1185427" cy="419494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53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Exemplo de Intertravamentos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086" y="995392"/>
            <a:ext cx="10795480" cy="1321088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pt-BR" dirty="0"/>
              <a:t>Programa </a:t>
            </a:r>
            <a:r>
              <a:rPr lang="pt-BR" dirty="0" err="1"/>
              <a:t>ladder</a:t>
            </a:r>
            <a:r>
              <a:rPr lang="pt-BR" dirty="0"/>
              <a:t> que realiza a leitura de duas botoeiras B1(NA) e B2(NA) para não permitir que duas saídas sejam acionadas ao mesmo tempo uma vez que uma delas já tenha sido acionada.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5D12EAA-1B8A-F2A8-947A-52E04D8AE008}"/>
              </a:ext>
            </a:extLst>
          </p:cNvPr>
          <p:cNvSpPr txBox="1">
            <a:spLocks/>
          </p:cNvSpPr>
          <p:nvPr/>
        </p:nvSpPr>
        <p:spPr>
          <a:xfrm>
            <a:off x="656291" y="2349575"/>
            <a:ext cx="6101559" cy="4277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+mj-lt"/>
              <a:buAutoNum type="arabicPeriod" startAt="3"/>
            </a:pPr>
            <a:r>
              <a:rPr lang="pt-BR" dirty="0"/>
              <a:t>Mesmo que a botoeira “liga2” em I04 seja acionado, a saída Q02 não liga devido ao contato q01 ligado em série com a mesma estar aberto;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 startAt="3"/>
            </a:pPr>
            <a:r>
              <a:rPr lang="pt-BR" dirty="0"/>
              <a:t>A mesma situação de funcionamento ocorre em relação ao acionamento inicial do sistema a partir da </a:t>
            </a:r>
            <a:r>
              <a:rPr lang="pt-BR" i="1" dirty="0"/>
              <a:t>botoeira</a:t>
            </a:r>
            <a:r>
              <a:rPr lang="pt-BR" dirty="0"/>
              <a:t> “liga2” em I04. Agora o contato q02 em série com a saída Q01 é que será o elemento de intertravamento.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 startAt="3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 startAt="3"/>
            </a:pPr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40C180CD-3A2E-6F23-615C-3CB550BC1053}"/>
              </a:ext>
            </a:extLst>
          </p:cNvPr>
          <p:cNvGrpSpPr/>
          <p:nvPr/>
        </p:nvGrpSpPr>
        <p:grpSpPr>
          <a:xfrm>
            <a:off x="7087842" y="2071302"/>
            <a:ext cx="4250337" cy="2171829"/>
            <a:chOff x="7087842" y="2071302"/>
            <a:chExt cx="4250337" cy="217182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4281D007-468A-B714-4D1F-EE69895DB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87842" y="2071302"/>
              <a:ext cx="4250337" cy="2171829"/>
            </a:xfrm>
            <a:prstGeom prst="rect">
              <a:avLst/>
            </a:prstGeom>
          </p:spPr>
        </p:pic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8D1B1A25-8F11-2BC3-4EC9-16EA3BD5B811}"/>
                </a:ext>
              </a:extLst>
            </p:cNvPr>
            <p:cNvSpPr/>
            <p:nvPr/>
          </p:nvSpPr>
          <p:spPr>
            <a:xfrm>
              <a:off x="9252608" y="3157217"/>
              <a:ext cx="1185427" cy="56133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D534EF4-147D-0793-04F9-46561F8DF84F}"/>
              </a:ext>
            </a:extLst>
          </p:cNvPr>
          <p:cNvGrpSpPr/>
          <p:nvPr/>
        </p:nvGrpSpPr>
        <p:grpSpPr>
          <a:xfrm>
            <a:off x="6757850" y="4475598"/>
            <a:ext cx="4504453" cy="2304792"/>
            <a:chOff x="6651229" y="4474829"/>
            <a:chExt cx="4504453" cy="2304792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8A4AE65A-F95F-47AA-416C-A16FDE3D5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1229" y="4474829"/>
              <a:ext cx="4504453" cy="2304792"/>
            </a:xfrm>
            <a:prstGeom prst="rect">
              <a:avLst/>
            </a:prstGeom>
          </p:spPr>
        </p:pic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7440184F-27AE-2345-8B86-927F4C819E03}"/>
                </a:ext>
              </a:extLst>
            </p:cNvPr>
            <p:cNvSpPr/>
            <p:nvPr/>
          </p:nvSpPr>
          <p:spPr>
            <a:xfrm>
              <a:off x="9213011" y="4633321"/>
              <a:ext cx="1185427" cy="56133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9558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Comando memória M do Clic02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1205345"/>
            <a:ext cx="9144000" cy="32165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dirty="0"/>
              <a:t>Comando que não tem vinculo com nenhuma saída. </a:t>
            </a:r>
          </a:p>
          <a:p>
            <a:pPr>
              <a:lnSpc>
                <a:spcPct val="150000"/>
              </a:lnSpc>
            </a:pPr>
            <a:r>
              <a:rPr lang="pt-BR" dirty="0"/>
              <a:t>Pode ser utilizado para diversas finalidades como uma variável de estado do programa ou para “continuar” uma linha de comando.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F62580CA-A104-CCA0-452A-EAD1001CE76B}"/>
              </a:ext>
            </a:extLst>
          </p:cNvPr>
          <p:cNvSpPr txBox="1">
            <a:spLocks/>
          </p:cNvSpPr>
          <p:nvPr/>
        </p:nvSpPr>
        <p:spPr>
          <a:xfrm>
            <a:off x="520881" y="3760171"/>
            <a:ext cx="6101559" cy="2568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pt-BR" dirty="0"/>
              <a:t>Inicio da simulação;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pt-BR" dirty="0"/>
              <a:t>Situação de “continuação” da linha 001 para a linha 002.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298E829-BE6E-0611-CB77-4EB0565A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359" y="3307484"/>
            <a:ext cx="4991100" cy="111442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7A20006-BB3E-336F-6948-39BB401FD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184" y="4861662"/>
            <a:ext cx="486727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10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Exemplo uso do Comando memória M do Clic02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00" y="1205345"/>
            <a:ext cx="11013440" cy="321656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pt-BR" dirty="0"/>
              <a:t>Uma saída deve ser acionada apenas quando quatro sensores de presença sejam, ligados a quatro entradas diferentes, são acionados simultaneamente.  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F62580CA-A104-CCA0-452A-EAD1001CE76B}"/>
              </a:ext>
            </a:extLst>
          </p:cNvPr>
          <p:cNvSpPr txBox="1">
            <a:spLocks/>
          </p:cNvSpPr>
          <p:nvPr/>
        </p:nvSpPr>
        <p:spPr>
          <a:xfrm>
            <a:off x="503464" y="2813627"/>
            <a:ext cx="5514159" cy="352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pt-BR" dirty="0"/>
              <a:t>Programa </a:t>
            </a:r>
            <a:r>
              <a:rPr lang="pt-BR" dirty="0" err="1"/>
              <a:t>ladder</a:t>
            </a:r>
            <a:endParaRPr lang="pt-BR" dirty="0"/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00000"/>
              </a:lnSpc>
            </a:pPr>
            <a:r>
              <a:rPr lang="pt-BR" dirty="0"/>
              <a:t>Simulação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4B2083-020E-03A7-704E-19E03216AB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658"/>
          <a:stretch/>
        </p:blipFill>
        <p:spPr>
          <a:xfrm>
            <a:off x="6568440" y="2559295"/>
            <a:ext cx="4099560" cy="99005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5F419A-51C7-1D14-C5EB-31BAB80E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41" y="3803679"/>
            <a:ext cx="4272661" cy="289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0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Problema 1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936" y="1204398"/>
            <a:ext cx="11039630" cy="549711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pt-BR" b="1" dirty="0">
                <a:highlight>
                  <a:srgbClr val="FFFF00"/>
                </a:highlight>
              </a:rPr>
              <a:t>Esboce a conexão elétrica ao CLP para todos os problemas </a:t>
            </a:r>
          </a:p>
          <a:p>
            <a:pPr algn="l">
              <a:lnSpc>
                <a:spcPct val="100000"/>
              </a:lnSpc>
            </a:pPr>
            <a:r>
              <a:rPr lang="pt-BR" dirty="0"/>
              <a:t>Elaborar uma aplicação com CLP que tenha quatro botoeiras para comandar duas saídas.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par de botoeiras (duas), devem ligar e desligar a primeira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par de botoeiras (duas), devem ligar e desligar a segunda saída.</a:t>
            </a:r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049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Problema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936" y="1169563"/>
            <a:ext cx="10961253" cy="549711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dirty="0"/>
              <a:t>Elaborar uma aplicação com CLP que tenha cinco botoeiras para comandar duas saídas.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par de botoeiras (duas), devem ligar e desligar a primeira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par de botoeiras (duas), devem ligar e desligar a segunda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quinta botoeira deve funcionar como um botão de emergência, desligando todas as saídas que estiverem por ventura acionadas simultaneamente.</a:t>
            </a:r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3631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Problema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348" y="1126021"/>
            <a:ext cx="10751344" cy="549711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dirty="0"/>
              <a:t>Elaborar uma aplicação com CLP que tenha cinco botoeiras para comandar duas saídas.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par de botoeiras (duas), devem ligar e desligar a primeira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par de botoeiras (duas), devem ligar e desligar a segunda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Neste sistema, não é permitido funcionar duas saídas simultaneamente. O programa </a:t>
            </a:r>
            <a:r>
              <a:rPr lang="pt-BR" dirty="0" err="1"/>
              <a:t>ladder</a:t>
            </a:r>
            <a:r>
              <a:rPr lang="pt-BR" dirty="0"/>
              <a:t> deve prever esta condição, não permitindo que ela ocorra;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quinta botoeira deve funcionar como um botão de emergência, que desliga a saída que estiver ligada independentemente da botoeira da respectiva saída. </a:t>
            </a:r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285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Problema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1734" y="1032841"/>
            <a:ext cx="10028532" cy="549711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00000"/>
              </a:lnSpc>
            </a:pPr>
            <a:r>
              <a:rPr lang="pt-BR" dirty="0"/>
              <a:t>Elaborar uma aplicação com CLP que tenha três botoeiras para comandar três saídas.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botoeira devem ligar primeira e a segunda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outra botoeira devem desligar a segunda saída e ligar uma terceira saída, sendo que a primeira deve permanecer acionada;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terceira botoeira deve desligar todas as saídas que estiverem acionadas, simultaneamente.</a:t>
            </a:r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790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Problema 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896" y="1082478"/>
            <a:ext cx="10176578" cy="549711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dirty="0"/>
              <a:t>Elaborar uma aplicação com CLP que tenha três botoeiras para comandar quatro saídas.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Enquanto nenhuma botoeira ainda é acionada, quando programa é executado ele deve acionar uma lâmpada na quarta saída. Esta saída deve se apagar enquanto qualquer umas das outras saídas estiverem acionadas;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botoeira devem ligar primeira e a segunda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Uma outra botoeira devem desligar a segunda saída e ligar uma terceira saída, sendo que a primeira deve permanecer acionada;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terceira botoeira deve desligar todas as saídas que estiverem acionadas, simultaneamente.</a:t>
            </a:r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0307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Problema 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15424"/>
            <a:ext cx="9514726" cy="549711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dirty="0"/>
              <a:t>Elaborar uma aplicação com CLP que tenha cinco botoeiras para comandar quatro saídas.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botoeira B1 deve ligar a primeira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botoeira B2 deve ligar a primeira e a segunda saída;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botoeira B3 deve ligar a primeira, a segunda e a terceira saídas;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botoeira B4 deve ligar as quatro primeiras saídas;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quinta botoeira B5 deve funcionar como um botão de emergência, desligando todas as saídas que estiverem por ventura acionadas, simultaneamente.</a:t>
            </a:r>
          </a:p>
          <a:p>
            <a:pPr algn="l">
              <a:lnSpc>
                <a:spcPct val="100000"/>
              </a:lnSpc>
            </a:pPr>
            <a:endParaRPr lang="pt-BR" dirty="0"/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8954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DD993-718A-43AD-A471-224E1E6D6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7555"/>
            <a:ext cx="9144000" cy="477837"/>
          </a:xfrm>
        </p:spPr>
        <p:txBody>
          <a:bodyPr>
            <a:normAutofit fontScale="90000"/>
          </a:bodyPr>
          <a:lstStyle/>
          <a:p>
            <a:r>
              <a:rPr lang="pt-BR" sz="3600" b="1" dirty="0"/>
              <a:t>Problema 7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36AF3-07F3-4E27-85C1-2DFDAF39B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183" y="995392"/>
            <a:ext cx="10463960" cy="549711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pt-BR" dirty="0"/>
              <a:t>Elaborar uma aplicação com CLP que tenha quatro botoeiras para comandar três saídas.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botoeira B1 deve ligar a primeira saída apenas;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botoeira B2 deve ligar a segunda saída apenas. Esta saída tem prioridade sobre a primeira saída. Ou seja, se a primeira estiver ligada, a mesma deve ser desligada e permitir o acionamento apenas da segunda saída.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botoeira B3 deve ligar terceira saída apenas. A terceira tem prioridade sobre a primeira e a segunda saídas. Desta maneira, caso a primeira ou a segunda saída estiver acionada, elas devem ser desligadas para somente a terceira ser acionada.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 quarta botoeira B4 deve desligar a saída que estiverem acionada.</a:t>
            </a:r>
          </a:p>
          <a:p>
            <a:pPr algn="l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47478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94FA9E4F3027B4F8B614DB42868305F" ma:contentTypeVersion="0" ma:contentTypeDescription="Crie um novo documento." ma:contentTypeScope="" ma:versionID="f94e408cff9bb979f2518b03220f104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FF4381-9306-4E55-8ABD-45F9A301BCE5}"/>
</file>

<file path=customXml/itemProps2.xml><?xml version="1.0" encoding="utf-8"?>
<ds:datastoreItem xmlns:ds="http://schemas.openxmlformats.org/officeDocument/2006/customXml" ds:itemID="{8E34732D-47FB-4384-AE4F-AA61BFE66D2F}"/>
</file>

<file path=customXml/itemProps3.xml><?xml version="1.0" encoding="utf-8"?>
<ds:datastoreItem xmlns:ds="http://schemas.openxmlformats.org/officeDocument/2006/customXml" ds:itemID="{B66C6213-CEC3-4022-87FF-213DC7FB210D}"/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1054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Exercícios CLP 2</vt:lpstr>
      <vt:lpstr>Objetivo</vt:lpstr>
      <vt:lpstr>Função contato de “selo”</vt:lpstr>
      <vt:lpstr>Intertravamentos</vt:lpstr>
      <vt:lpstr>Exemplo de Intertravamentos</vt:lpstr>
      <vt:lpstr>Exemplo de Intertravamentos</vt:lpstr>
      <vt:lpstr>Comando memória M do Clic02</vt:lpstr>
      <vt:lpstr>Exemplo uso do Comando memória M do Clic02</vt:lpstr>
      <vt:lpstr>Problema 1 </vt:lpstr>
      <vt:lpstr>Problema 2</vt:lpstr>
      <vt:lpstr>Problema 3</vt:lpstr>
      <vt:lpstr>Problema 4</vt:lpstr>
      <vt:lpstr>Problema 5</vt:lpstr>
      <vt:lpstr>Problema 6</vt:lpstr>
      <vt:lpstr>Problema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ALFRED MAKOTO KABAYAMA</dc:creator>
  <cp:lastModifiedBy>Fatec</cp:lastModifiedBy>
  <cp:revision>26</cp:revision>
  <dcterms:created xsi:type="dcterms:W3CDTF">2023-03-05T20:20:11Z</dcterms:created>
  <dcterms:modified xsi:type="dcterms:W3CDTF">2023-03-27T12:40:49Z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0x010100794FA9E4F3027B4F8B614DB42868305F</vt:lpwstr>
  </property>
</Properties>
</file>